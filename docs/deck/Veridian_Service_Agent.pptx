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1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2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3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4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5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6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7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8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9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slide 10 using the demonstrated offline implementation and verified evaluation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Veridian Service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An internal IT desk agent that resolves known work and refuses unsupported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Approach and agentic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Retrieval finds local policy. The deterministic engine decides. Optional models only improve language after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Console → FastAPI → hybrid retrieval → policy engine → guardrails → JSONL and SQLite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Decision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AUTO_RESOLVE for covered work. NEEDS_INFO for prerequisites. ROUTE_TO_HUMAN for authority. FLAG_RISK for active violations. MONITOR for work in flight.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Grounding and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Every verdict needs citations. Missing citations route to a human. Conflicts surface both sources. Low confidence cannot auto-resolve.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Conflict detection: REQ-01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KB-03 gives a 3-year threshold. Asset policy gives a 4-year cycle. At 3.5 years, the agent asks Finance and IT to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F1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Risk detection: REQ-08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Forwarding suspected phishing violates KB-09. The agent immediately instructs the employee to stop, delete copies, and report 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No-key deterministic run: 19 of 19 golden decisions correct. 95% direct-policy grounding. 100% conflict recall.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Five automatic resolutions reduce routine handling. Four monitored cases avoid duplicate work. Audit records make every decision reviewable.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58368"/>
            <a:ext cx="91440" cy="1005840"/>
          </a:xfrm>
          <a:prstGeom prst="rect">
            <a:avLst/>
          </a:prstGeom>
          <a:solidFill>
            <a:srgbClr val="4C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EDF2F7"/>
                </a:solidFill>
                <a:latin typeface="Aptos Display"/>
              </a:defRPr>
            </a:pPr>
            <a:r>
              <a:t>Limitations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97A3B2"/>
                </a:solidFill>
                <a:latin typeface="Aptos"/>
              </a:defRPr>
            </a:pPr>
            <a:r>
              <a:t>Fixed local knowledge base only. Proposed actions do not change production systems. Next: approved integrations, policy versioning, human feedback loops.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C8DFF"/>
                </a:solidFill>
                <a:latin typeface="Consolas"/>
              </a:defRPr>
            </a:pPr>
            <a:r>
              <a:t>VERIDIAN SERVICE AGENT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